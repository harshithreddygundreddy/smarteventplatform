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Smart Campus Event Platform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E8E2"/>
                </a:solidFill>
              </a:rPr>
              <a:t>One platform for event discovery, registration, approval, attendance and analytics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Project Documentation  |  Version 1.0  |  2026-10-05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</a:rPr>
              <a:t>The Problem &amp; Our Solution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731520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3909060" cy="153162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80160"/>
            <a:ext cx="64008" cy="15316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280160"/>
            <a:ext cx="3634740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</a:rPr>
              <a:t>Fragmented coordination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Spreadsheets, social posts and email groups manage events today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86300" y="1280160"/>
            <a:ext cx="3909060" cy="153162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86300" y="1280160"/>
            <a:ext cx="64008" cy="15316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69180" y="1280160"/>
            <a:ext cx="3634740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</a:rPr>
              <a:t>Student pain points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Duplicate registrations, missed deadlines, no seat visibility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040380"/>
            <a:ext cx="3909060" cy="153162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040380"/>
            <a:ext cx="64008" cy="15316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040380"/>
            <a:ext cx="3634740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</a:rPr>
              <a:t>Organizer pain points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Overbooking, poor attendance data, no analytics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686300" y="3040380"/>
            <a:ext cx="3909060" cy="153162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86300" y="3040380"/>
            <a:ext cx="64008" cy="15316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69180" y="3040380"/>
            <a:ext cx="3634740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</a:rPr>
              <a:t>Proposed solution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Role-based web app: event catalog, registration engine with capacity checks, notifications and dashboards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</a:rPr>
              <a:t>Users &amp; Roles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731520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1840230" cy="32918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80160"/>
            <a:ext cx="64008" cy="32918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280160"/>
            <a:ext cx="156591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</a:rPr>
              <a:t>Students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Browse, register, get reminders, track attendance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617470" y="1280160"/>
            <a:ext cx="1840230" cy="32918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17470" y="1280160"/>
            <a:ext cx="64008" cy="32918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00350" y="1280160"/>
            <a:ext cx="156591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</a:rPr>
              <a:t>Admins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Manage users and events, enforce capacity, monitor performance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686300" y="1280160"/>
            <a:ext cx="1840230" cy="32918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86300" y="1280160"/>
            <a:ext cx="64008" cy="32918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69180" y="1280160"/>
            <a:ext cx="156591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</a:rPr>
              <a:t>Faculty / Coordinators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Approve or reject proposals, review department engagement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755130" y="1280160"/>
            <a:ext cx="1840230" cy="32918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55130" y="1280160"/>
            <a:ext cx="64008" cy="32918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38010" y="1280160"/>
            <a:ext cx="156591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</a:rPr>
              <a:t>Club Leads / Organizers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Create events, manage participants, export attendance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</a:rPr>
              <a:t>Key Features &amp; Business Rules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731520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9D8F"/>
                </a:solidFill>
              </a:rPr>
              <a:t>Functional features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Secure login with role-based access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Event create, publish, cancel, complete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Capacity-checked registration, no duplicates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Optional waitlist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Confirmations, reminders, cancellation alerts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Attendance tracking and report export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9D8F"/>
                </a:solidFill>
              </a:rPr>
              <a:t>Business rules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60020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Register only for active events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Registration closes at capacity unless waitlist is 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Approval required before publication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Cancelled events accept no registrations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Attendance locked after completion without admin override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Every registration traceable to a valid user and event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</a:rPr>
              <a:t>Architecture &amp; Data Model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731520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1828800" cy="73152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80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Frontend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377440" y="128016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3A5F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651760" y="1280160"/>
            <a:ext cx="1828800" cy="731520"/>
          </a:xfrm>
          <a:prstGeom prst="rect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51760" y="1280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API Layer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28016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3A5F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1828800" cy="73152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54880" y="1280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Auth &amp; Services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128016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3A5F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858000" y="1280160"/>
            <a:ext cx="1828800" cy="731520"/>
          </a:xfrm>
          <a:prstGeom prst="rect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0" y="1280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Database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286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9D8F"/>
                </a:solidFill>
              </a:rPr>
              <a:t>Core entities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651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</a:rPr>
              <a:t>User  •  Event  •  Registration  •  Notification  •  Attendance  •  EventApproval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200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Flow: login → browse events → select event → capacity check → register → notify student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</a:rPr>
              <a:t>Dashboards, Performance &amp; Security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731520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3909060" cy="153162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80160"/>
            <a:ext cx="64008" cy="15316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280160"/>
            <a:ext cx="3634740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</a:rPr>
              <a:t>Dashboards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Admin, organizer and faculty views with filters by event, date, department, status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86300" y="1280160"/>
            <a:ext cx="3909060" cy="153162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86300" y="1280160"/>
            <a:ext cx="64008" cy="15316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69180" y="1280160"/>
            <a:ext cx="3634740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</a:rPr>
              <a:t>Performance targets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Listing under 2s, registration under 1s, dashboards under 3s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040380"/>
            <a:ext cx="3909060" cy="153162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040380"/>
            <a:ext cx="64008" cy="15316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040380"/>
            <a:ext cx="3634740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</a:rPr>
              <a:t>Scale &amp; uptime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10,000 students, 500 events, 99.5% uptime for core features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686300" y="3040380"/>
            <a:ext cx="3909060" cy="153162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86300" y="3040380"/>
            <a:ext cx="64008" cy="15316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69180" y="3040380"/>
            <a:ext cx="3634740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</a:rPr>
              <a:t>Security &amp; reliability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Hashed passwords, authorization checks, transaction-safe capacity, background jobs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</a:rPr>
              <a:t>Future Scope &amp; 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731520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Real-time registration and waitlist enhancements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QR-based attendance and offline check-in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Push notifications and personalized recommendations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Multi-campus operations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AI-driven engagement forecasting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474720"/>
            <a:ext cx="8046720" cy="10058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4747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 scalable, role-based foundation that cuts admin overhead and boosts campus participation.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2026-10-06T06:29:01Z</dcterms:created>
  <dcterms:modified xsi:type="dcterms:W3CDTF">2026-10-06T06:29:01Z</dcterms:modified>
</cp:coreProperties>
</file>